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56354AA2-19E8-43AF-B854-E5F6645DA2FB}">
          <p14:sldIdLst>
            <p14:sldId id="256"/>
          </p14:sldIdLst>
        </p14:section>
        <p14:section name="Secção Sem Título" id="{939F904F-7E65-42F3-802B-B2A54E8E5DD0}">
          <p14:sldIdLst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8FD6A-C187-2CD3-6650-CF501C752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8603F3-6609-6586-1400-FDE2BA645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1C4C1AD-D19F-A328-133C-F7995F3ED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591F46F-4671-4CB5-DCC4-9C162E8A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896A2C4-D565-E44C-D1D9-D40EF50B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957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7A32C-B8C1-1656-DCD3-3C832CFA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B94187E-22F6-3443-2583-3ECBEFF2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EF71C52-EFBD-D2E7-D143-2B428A83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DC302E6-4AC7-14D9-99B0-108A157D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877953B-ACFD-ADB2-9A72-4F0DCEB9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79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BC147-2711-384C-0C25-D13DEA55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1A2C6D2-D4A7-D06F-FB57-4F036BEB4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72943C3-7660-2433-74BC-24114311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778E5AB-5E99-9CBF-B21F-93ACDD60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3865EC8-A492-55C9-CD61-92FF08B0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029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7169E-F94F-E344-5074-CDEA416F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331CBF2-A685-4E3E-2842-14CC63A8C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5F1020D-8A18-CF16-88C4-5A8F37E22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1F941A5-021D-6FF4-9348-DA6AF884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B8CDEE9-46B9-5432-8E2F-8A483B251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82669EB-7516-E546-BCCC-BAD37A8A7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91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50D9E-156B-7E66-522E-140B52B2D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5C43CD4-CF35-11E5-C690-6E6894153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FA66631-48F9-22DC-DD39-B98A5041C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F8ACD8A7-7951-05CD-002C-5E551AA2B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4C1F241-55A3-4391-382E-28C1B3484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53E6528-EAF9-058F-E537-1FAD4CE1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A940F42-84D2-12FD-26F2-FB692AB6E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C765152-2565-D97D-70DE-C6A03BF1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7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1177D-595F-8BDC-D627-D14B6FE6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5A87047-F21D-162D-6EDC-F474DC1B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97105C0-8F34-8834-B399-00764CD6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7C81700-85A3-BCF3-79DD-F375F18A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5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F21D647B-EAD5-4D50-EB8D-6CE628581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EE4FB4E-58EA-6B69-FD63-6816322B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75D6AAF-1769-0B33-D6EB-E2E281CC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26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6B763-6981-53D5-093B-51E9AB0BF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3069BFB-9D16-D093-5837-3F78E9CCB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46F7A85-E56B-C0C0-92BE-6FB3D7F15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2EA63F1-9762-CE87-314D-8FC1C2B68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8F35B21-CDCF-183B-D219-963498C8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4798498-D029-74EB-95D8-97AE931F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8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F2F79-9646-4B92-58FF-485D81FA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12AF46D-A749-5019-C8A5-47B6DEE67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62F1AFC-7DD3-87FD-573A-90C69DE0E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ABF4862-71E2-7962-B007-A8FB249F4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E26E16F-0F60-3C53-B4F5-E67523D4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59EFDF2-44F1-9A3B-EDDF-E5463F6D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13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9DA2F-EF43-3B43-C30D-47A3A00D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E3E332B-FCCE-6054-745B-A732FAA74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9CA6CF8-BBAB-E000-2DD1-E42E9A9E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22B2046-EB3B-722C-06E1-EDC8E8AFD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0CDA6B7-9D62-309C-8E04-11DBCE38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65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7ED587-2DC5-D539-6DE8-4E7153795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EE509DA-A68F-9E0F-952E-00BCC78C3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2970237-B161-9E28-D818-31971BF5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ECC8922-553B-E59C-086E-00E9B40D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B54BD9C-FA48-4E7E-E2A8-ED9A6E75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92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528CE48-9341-A564-2C74-022CCA67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D8B8B3E-88F9-F890-6F04-6A7419912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E2C018D-6D71-EB64-212C-09B087A70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0C484-8567-4893-B375-7D800C03B7E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3BCAD24-F43D-AA3E-6973-3EB28973B8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B4E8162-FE21-BE21-AECF-0C02FD1CF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F3F6E-1885-43BD-9068-AA2C28CF5B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440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B3596-8D7B-45AC-7F94-36F6807FD1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EC17E8-2249-A940-44D3-AC27CD268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39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A934745-0C29-97AA-DD26-54B16EFE444E}"/>
              </a:ext>
            </a:extLst>
          </p:cNvPr>
          <p:cNvSpPr/>
          <p:nvPr/>
        </p:nvSpPr>
        <p:spPr>
          <a:xfrm>
            <a:off x="4658264" y="1147313"/>
            <a:ext cx="1897811" cy="828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Orchestrator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32E047-6984-E5AE-8709-30A36DD081CC}"/>
              </a:ext>
            </a:extLst>
          </p:cNvPr>
          <p:cNvSpPr/>
          <p:nvPr/>
        </p:nvSpPr>
        <p:spPr>
          <a:xfrm>
            <a:off x="2889849" y="2898475"/>
            <a:ext cx="1837426" cy="828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Research Team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FA493A9-62EF-42B0-A08A-4769F15DE0DB}"/>
              </a:ext>
            </a:extLst>
          </p:cNvPr>
          <p:cNvSpPr/>
          <p:nvPr/>
        </p:nvSpPr>
        <p:spPr>
          <a:xfrm>
            <a:off x="7860102" y="2904825"/>
            <a:ext cx="1837426" cy="828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Writer team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CD72B17-FFEA-D411-662D-85FFBB9A6F8B}"/>
              </a:ext>
            </a:extLst>
          </p:cNvPr>
          <p:cNvSpPr/>
          <p:nvPr/>
        </p:nvSpPr>
        <p:spPr>
          <a:xfrm>
            <a:off x="583720" y="4353463"/>
            <a:ext cx="1837426" cy="828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AWS specialist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1D5569F-6AA2-8D32-7C02-F8919E75EE47}"/>
              </a:ext>
            </a:extLst>
          </p:cNvPr>
          <p:cNvSpPr/>
          <p:nvPr/>
        </p:nvSpPr>
        <p:spPr>
          <a:xfrm>
            <a:off x="2889849" y="4353463"/>
            <a:ext cx="1837426" cy="828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GCP specialist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D2A59C2-8C57-EB2E-BB8D-0F84C14FD526}"/>
              </a:ext>
            </a:extLst>
          </p:cNvPr>
          <p:cNvSpPr/>
          <p:nvPr/>
        </p:nvSpPr>
        <p:spPr>
          <a:xfrm>
            <a:off x="5195978" y="4353463"/>
            <a:ext cx="1837426" cy="828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Azure specialist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6BBB7E1-14B9-3416-FCF5-11E091A6FA7A}"/>
              </a:ext>
            </a:extLst>
          </p:cNvPr>
          <p:cNvSpPr/>
          <p:nvPr/>
        </p:nvSpPr>
        <p:spPr>
          <a:xfrm>
            <a:off x="704490" y="5696308"/>
            <a:ext cx="1584385" cy="5118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Search_Data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A58972B-8E8A-99D0-24C2-AD783C5D7909}"/>
              </a:ext>
            </a:extLst>
          </p:cNvPr>
          <p:cNvSpPr/>
          <p:nvPr/>
        </p:nvSpPr>
        <p:spPr>
          <a:xfrm>
            <a:off x="3016369" y="5696308"/>
            <a:ext cx="1584385" cy="5118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Search_Data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51A3F90-6693-00BC-8FBD-228A715E3578}"/>
              </a:ext>
            </a:extLst>
          </p:cNvPr>
          <p:cNvSpPr/>
          <p:nvPr/>
        </p:nvSpPr>
        <p:spPr>
          <a:xfrm>
            <a:off x="5322498" y="5696307"/>
            <a:ext cx="1584385" cy="5118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Search_Data</a:t>
            </a:r>
          </a:p>
        </p:txBody>
      </p:sp>
      <p:cxnSp>
        <p:nvCxnSpPr>
          <p:cNvPr id="14" name="Conexão: Ângulo Reto 13">
            <a:extLst>
              <a:ext uri="{FF2B5EF4-FFF2-40B4-BE49-F238E27FC236}">
                <a16:creationId xmlns:a16="http://schemas.microsoft.com/office/drawing/2014/main" id="{1AFB3CDB-90BD-1C54-3F1D-010BAB488755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2342072" y="2886973"/>
            <a:ext cx="626852" cy="2306129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xão: Ângulo Reto 15">
            <a:extLst>
              <a:ext uri="{FF2B5EF4-FFF2-40B4-BE49-F238E27FC236}">
                <a16:creationId xmlns:a16="http://schemas.microsoft.com/office/drawing/2014/main" id="{5AD5A571-15BA-7919-8DB9-4F1B331D035D}"/>
              </a:ext>
            </a:extLst>
          </p:cNvPr>
          <p:cNvCxnSpPr>
            <a:stCxn id="5" idx="2"/>
            <a:endCxn id="9" idx="0"/>
          </p:cNvCxnSpPr>
          <p:nvPr/>
        </p:nvCxnSpPr>
        <p:spPr>
          <a:xfrm rot="16200000" flipH="1">
            <a:off x="4648200" y="2886972"/>
            <a:ext cx="626852" cy="2306129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xão: Ângulo Reto 18">
            <a:extLst>
              <a:ext uri="{FF2B5EF4-FFF2-40B4-BE49-F238E27FC236}">
                <a16:creationId xmlns:a16="http://schemas.microsoft.com/office/drawing/2014/main" id="{3A32D717-1C8A-BFC1-374B-6F23EDD936E0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5400000">
            <a:off x="3495136" y="4040037"/>
            <a:ext cx="626852" cy="12700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xão: Ângulo Reto 21">
            <a:extLst>
              <a:ext uri="{FF2B5EF4-FFF2-40B4-BE49-F238E27FC236}">
                <a16:creationId xmlns:a16="http://schemas.microsoft.com/office/drawing/2014/main" id="{27D56082-1549-DA2F-B36D-80FD808E2A5E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1242204" y="5436078"/>
            <a:ext cx="514709" cy="5750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xão: Ângulo Reto 24">
            <a:extLst>
              <a:ext uri="{FF2B5EF4-FFF2-40B4-BE49-F238E27FC236}">
                <a16:creationId xmlns:a16="http://schemas.microsoft.com/office/drawing/2014/main" id="{8CFAC3ED-C599-C651-202E-266AA572290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3551208" y="5438953"/>
            <a:ext cx="514709" cy="12700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xão: Ângulo Reto 28">
            <a:extLst>
              <a:ext uri="{FF2B5EF4-FFF2-40B4-BE49-F238E27FC236}">
                <a16:creationId xmlns:a16="http://schemas.microsoft.com/office/drawing/2014/main" id="{12A1DB36-5564-983D-8C50-528D64889881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5857337" y="5438953"/>
            <a:ext cx="514708" cy="12700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xão: Ângulo Reto 35">
            <a:extLst>
              <a:ext uri="{FF2B5EF4-FFF2-40B4-BE49-F238E27FC236}">
                <a16:creationId xmlns:a16="http://schemas.microsoft.com/office/drawing/2014/main" id="{0250609A-44AB-557E-2904-1A4AEFE3C783}"/>
              </a:ext>
            </a:extLst>
          </p:cNvPr>
          <p:cNvCxnSpPr>
            <a:stCxn id="4" idx="1"/>
            <a:endCxn id="5" idx="1"/>
          </p:cNvCxnSpPr>
          <p:nvPr/>
        </p:nvCxnSpPr>
        <p:spPr>
          <a:xfrm rot="10800000" flipV="1">
            <a:off x="2889850" y="1561381"/>
            <a:ext cx="1768415" cy="1751162"/>
          </a:xfrm>
          <a:prstGeom prst="bentConnector3">
            <a:avLst>
              <a:gd name="adj1" fmla="val 112927"/>
            </a:avLst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xão: Ângulo Reto 37">
            <a:extLst>
              <a:ext uri="{FF2B5EF4-FFF2-40B4-BE49-F238E27FC236}">
                <a16:creationId xmlns:a16="http://schemas.microsoft.com/office/drawing/2014/main" id="{2F13E923-5D42-D39C-5270-B19788746BF4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4727275" y="1975449"/>
            <a:ext cx="879895" cy="13370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xão: Ângulo Reto 38">
            <a:extLst>
              <a:ext uri="{FF2B5EF4-FFF2-40B4-BE49-F238E27FC236}">
                <a16:creationId xmlns:a16="http://schemas.microsoft.com/office/drawing/2014/main" id="{6D66359C-278B-DA18-1052-5684F2BDEAA9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6556075" y="1561381"/>
            <a:ext cx="2222740" cy="1343444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3B9FE281-74E5-6B21-7EEA-533B535809DB}"/>
              </a:ext>
            </a:extLst>
          </p:cNvPr>
          <p:cNvSpPr/>
          <p:nvPr/>
        </p:nvSpPr>
        <p:spPr>
          <a:xfrm>
            <a:off x="9520687" y="1151626"/>
            <a:ext cx="1897811" cy="8281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End</a:t>
            </a:r>
          </a:p>
        </p:txBody>
      </p:sp>
      <p:cxnSp>
        <p:nvCxnSpPr>
          <p:cNvPr id="46" name="Conexão: Ângulo Reto 45">
            <a:extLst>
              <a:ext uri="{FF2B5EF4-FFF2-40B4-BE49-F238E27FC236}">
                <a16:creationId xmlns:a16="http://schemas.microsoft.com/office/drawing/2014/main" id="{415CBB94-0D93-40D9-47E4-592B21103879}"/>
              </a:ext>
            </a:extLst>
          </p:cNvPr>
          <p:cNvCxnSpPr>
            <a:cxnSpLocks/>
            <a:stCxn id="4" idx="0"/>
            <a:endCxn id="45" idx="0"/>
          </p:cNvCxnSpPr>
          <p:nvPr/>
        </p:nvCxnSpPr>
        <p:spPr>
          <a:xfrm rot="16200000" flipH="1">
            <a:off x="8036224" y="-1281742"/>
            <a:ext cx="4313" cy="4862423"/>
          </a:xfrm>
          <a:prstGeom prst="bentConnector3">
            <a:avLst>
              <a:gd name="adj1" fmla="val -53002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FD711DFF-8E47-9FCE-A495-8DB4F0E4651B}"/>
              </a:ext>
            </a:extLst>
          </p:cNvPr>
          <p:cNvSpPr txBox="1"/>
          <p:nvPr/>
        </p:nvSpPr>
        <p:spPr>
          <a:xfrm>
            <a:off x="2386641" y="2090579"/>
            <a:ext cx="3186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Provide Answer;</a:t>
            </a:r>
          </a:p>
          <a:p>
            <a:pPr algn="r"/>
            <a:r>
              <a:rPr lang="pt-BR" dirty="0"/>
              <a:t>Ask Clarification Questions</a:t>
            </a:r>
          </a:p>
        </p:txBody>
      </p:sp>
    </p:spTree>
    <p:extLst>
      <p:ext uri="{BB962C8B-B14F-4D97-AF65-F5344CB8AC3E}">
        <p14:creationId xmlns:p14="http://schemas.microsoft.com/office/powerpoint/2010/main" val="16016362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27</Words>
  <Application>Microsoft Office PowerPoint</Application>
  <PresentationFormat>Ecrã Panorâmico</PresentationFormat>
  <Paragraphs>12</Paragraphs>
  <Slides>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Emerson Faria</dc:creator>
  <cp:lastModifiedBy>Emerson Faria</cp:lastModifiedBy>
  <cp:revision>1</cp:revision>
  <dcterms:created xsi:type="dcterms:W3CDTF">2025-11-14T01:16:57Z</dcterms:created>
  <dcterms:modified xsi:type="dcterms:W3CDTF">2025-11-14T02:55:14Z</dcterms:modified>
</cp:coreProperties>
</file>